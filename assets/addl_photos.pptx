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ng, Evan Hongyang" userId="72221b16-703b-4de5-9651-fa5b154a685a" providerId="ADAL" clId="{6FE7D214-4B9C-45DA-87CD-8CDD850797FB}"/>
    <pc:docChg chg="custSel modSld">
      <pc:chgData name="Zhang, Evan Hongyang" userId="72221b16-703b-4de5-9651-fa5b154a685a" providerId="ADAL" clId="{6FE7D214-4B9C-45DA-87CD-8CDD850797FB}" dt="2026-02-10T04:33:40.450" v="37" actId="1076"/>
      <pc:docMkLst>
        <pc:docMk/>
      </pc:docMkLst>
      <pc:sldChg chg="addSp delSp modSp mod">
        <pc:chgData name="Zhang, Evan Hongyang" userId="72221b16-703b-4de5-9651-fa5b154a685a" providerId="ADAL" clId="{6FE7D214-4B9C-45DA-87CD-8CDD850797FB}" dt="2026-02-10T04:31:56.902" v="12" actId="1076"/>
        <pc:sldMkLst>
          <pc:docMk/>
          <pc:sldMk cId="3948633256" sldId="257"/>
        </pc:sldMkLst>
        <pc:spChg chg="add del mod">
          <ac:chgData name="Zhang, Evan Hongyang" userId="72221b16-703b-4de5-9651-fa5b154a685a" providerId="ADAL" clId="{6FE7D214-4B9C-45DA-87CD-8CDD850797FB}" dt="2026-02-10T04:31:45.754" v="6"/>
          <ac:spMkLst>
            <pc:docMk/>
            <pc:sldMk cId="3948633256" sldId="257"/>
            <ac:spMk id="3" creationId="{28AD1A99-085B-4DFC-2107-F102F314D92D}"/>
          </ac:spMkLst>
        </pc:spChg>
        <pc:picChg chg="del">
          <ac:chgData name="Zhang, Evan Hongyang" userId="72221b16-703b-4de5-9651-fa5b154a685a" providerId="ADAL" clId="{6FE7D214-4B9C-45DA-87CD-8CDD850797FB}" dt="2026-02-10T04:10:37.502" v="0" actId="478"/>
          <ac:picMkLst>
            <pc:docMk/>
            <pc:sldMk cId="3948633256" sldId="257"/>
            <ac:picMk id="5" creationId="{002A9A5C-4D9D-715A-4B51-2A365E82F427}"/>
          </ac:picMkLst>
        </pc:picChg>
        <pc:picChg chg="add mod ord">
          <ac:chgData name="Zhang, Evan Hongyang" userId="72221b16-703b-4de5-9651-fa5b154a685a" providerId="ADAL" clId="{6FE7D214-4B9C-45DA-87CD-8CDD850797FB}" dt="2026-02-10T04:31:56.902" v="12" actId="1076"/>
          <ac:picMkLst>
            <pc:docMk/>
            <pc:sldMk cId="3948633256" sldId="257"/>
            <ac:picMk id="6" creationId="{02F01EAB-842D-2C66-4E73-C4681FAFC8C0}"/>
          </ac:picMkLst>
        </pc:picChg>
      </pc:sldChg>
      <pc:sldChg chg="addSp delSp modSp mod">
        <pc:chgData name="Zhang, Evan Hongyang" userId="72221b16-703b-4de5-9651-fa5b154a685a" providerId="ADAL" clId="{6FE7D214-4B9C-45DA-87CD-8CDD850797FB}" dt="2026-02-10T04:32:15.373" v="17" actId="14100"/>
        <pc:sldMkLst>
          <pc:docMk/>
          <pc:sldMk cId="3580023495" sldId="258"/>
        </pc:sldMkLst>
        <pc:spChg chg="add del mod">
          <ac:chgData name="Zhang, Evan Hongyang" userId="72221b16-703b-4de5-9651-fa5b154a685a" providerId="ADAL" clId="{6FE7D214-4B9C-45DA-87CD-8CDD850797FB}" dt="2026-02-10T04:32:09.141" v="14"/>
          <ac:spMkLst>
            <pc:docMk/>
            <pc:sldMk cId="3580023495" sldId="258"/>
            <ac:spMk id="3" creationId="{BF5550BE-CA58-D732-F561-B4A471E9CD88}"/>
          </ac:spMkLst>
        </pc:spChg>
        <pc:picChg chg="del">
          <ac:chgData name="Zhang, Evan Hongyang" userId="72221b16-703b-4de5-9651-fa5b154a685a" providerId="ADAL" clId="{6FE7D214-4B9C-45DA-87CD-8CDD850797FB}" dt="2026-02-10T04:10:39.188" v="1" actId="478"/>
          <ac:picMkLst>
            <pc:docMk/>
            <pc:sldMk cId="3580023495" sldId="258"/>
            <ac:picMk id="5" creationId="{FFCD4C3E-BD77-C1EB-797F-AA079CCC4639}"/>
          </ac:picMkLst>
        </pc:picChg>
        <pc:picChg chg="add mod ord">
          <ac:chgData name="Zhang, Evan Hongyang" userId="72221b16-703b-4de5-9651-fa5b154a685a" providerId="ADAL" clId="{6FE7D214-4B9C-45DA-87CD-8CDD850797FB}" dt="2026-02-10T04:32:15.373" v="17" actId="14100"/>
          <ac:picMkLst>
            <pc:docMk/>
            <pc:sldMk cId="3580023495" sldId="258"/>
            <ac:picMk id="6" creationId="{A3F8A90B-D60E-8DA9-362A-F8F638850613}"/>
          </ac:picMkLst>
        </pc:picChg>
      </pc:sldChg>
      <pc:sldChg chg="addSp delSp modSp mod">
        <pc:chgData name="Zhang, Evan Hongyang" userId="72221b16-703b-4de5-9651-fa5b154a685a" providerId="ADAL" clId="{6FE7D214-4B9C-45DA-87CD-8CDD850797FB}" dt="2026-02-10T04:32:32.215" v="22" actId="1076"/>
        <pc:sldMkLst>
          <pc:docMk/>
          <pc:sldMk cId="2401366494" sldId="259"/>
        </pc:sldMkLst>
        <pc:spChg chg="add del mod">
          <ac:chgData name="Zhang, Evan Hongyang" userId="72221b16-703b-4de5-9651-fa5b154a685a" providerId="ADAL" clId="{6FE7D214-4B9C-45DA-87CD-8CDD850797FB}" dt="2026-02-10T04:32:22.972" v="19"/>
          <ac:spMkLst>
            <pc:docMk/>
            <pc:sldMk cId="2401366494" sldId="259"/>
            <ac:spMk id="3" creationId="{B5C6B4DF-69D9-B315-700F-BC66443373B9}"/>
          </ac:spMkLst>
        </pc:spChg>
        <pc:picChg chg="del">
          <ac:chgData name="Zhang, Evan Hongyang" userId="72221b16-703b-4de5-9651-fa5b154a685a" providerId="ADAL" clId="{6FE7D214-4B9C-45DA-87CD-8CDD850797FB}" dt="2026-02-10T04:10:40.467" v="2" actId="478"/>
          <ac:picMkLst>
            <pc:docMk/>
            <pc:sldMk cId="2401366494" sldId="259"/>
            <ac:picMk id="5" creationId="{9A96DEAE-9170-995D-73DE-CF24C86BBD69}"/>
          </ac:picMkLst>
        </pc:picChg>
        <pc:picChg chg="add mod ord">
          <ac:chgData name="Zhang, Evan Hongyang" userId="72221b16-703b-4de5-9651-fa5b154a685a" providerId="ADAL" clId="{6FE7D214-4B9C-45DA-87CD-8CDD850797FB}" dt="2026-02-10T04:32:32.215" v="22" actId="1076"/>
          <ac:picMkLst>
            <pc:docMk/>
            <pc:sldMk cId="2401366494" sldId="259"/>
            <ac:picMk id="6" creationId="{ADA6853D-FDF2-8140-CCCB-CAADF66CB424}"/>
          </ac:picMkLst>
        </pc:picChg>
      </pc:sldChg>
      <pc:sldChg chg="addSp delSp modSp mod">
        <pc:chgData name="Zhang, Evan Hongyang" userId="72221b16-703b-4de5-9651-fa5b154a685a" providerId="ADAL" clId="{6FE7D214-4B9C-45DA-87CD-8CDD850797FB}" dt="2026-02-10T04:33:03.099" v="27" actId="14100"/>
        <pc:sldMkLst>
          <pc:docMk/>
          <pc:sldMk cId="4015534734" sldId="260"/>
        </pc:sldMkLst>
        <pc:spChg chg="add del mod">
          <ac:chgData name="Zhang, Evan Hongyang" userId="72221b16-703b-4de5-9651-fa5b154a685a" providerId="ADAL" clId="{6FE7D214-4B9C-45DA-87CD-8CDD850797FB}" dt="2026-02-10T04:32:55.526" v="24"/>
          <ac:spMkLst>
            <pc:docMk/>
            <pc:sldMk cId="4015534734" sldId="260"/>
            <ac:spMk id="3" creationId="{96E127CC-F3BC-E61C-512F-1698AF1F59CE}"/>
          </ac:spMkLst>
        </pc:spChg>
        <pc:picChg chg="del">
          <ac:chgData name="Zhang, Evan Hongyang" userId="72221b16-703b-4de5-9651-fa5b154a685a" providerId="ADAL" clId="{6FE7D214-4B9C-45DA-87CD-8CDD850797FB}" dt="2026-02-10T04:10:41.612" v="3" actId="478"/>
          <ac:picMkLst>
            <pc:docMk/>
            <pc:sldMk cId="4015534734" sldId="260"/>
            <ac:picMk id="5" creationId="{32B35D84-797F-1603-6950-C3F621032DF1}"/>
          </ac:picMkLst>
        </pc:picChg>
        <pc:picChg chg="add mod ord">
          <ac:chgData name="Zhang, Evan Hongyang" userId="72221b16-703b-4de5-9651-fa5b154a685a" providerId="ADAL" clId="{6FE7D214-4B9C-45DA-87CD-8CDD850797FB}" dt="2026-02-10T04:33:03.099" v="27" actId="14100"/>
          <ac:picMkLst>
            <pc:docMk/>
            <pc:sldMk cId="4015534734" sldId="260"/>
            <ac:picMk id="6" creationId="{962F4D95-99E3-08F6-DD1C-36E4FB5358BA}"/>
          </ac:picMkLst>
        </pc:picChg>
      </pc:sldChg>
      <pc:sldChg chg="addSp delSp modSp mod">
        <pc:chgData name="Zhang, Evan Hongyang" userId="72221b16-703b-4de5-9651-fa5b154a685a" providerId="ADAL" clId="{6FE7D214-4B9C-45DA-87CD-8CDD850797FB}" dt="2026-02-10T04:33:40.450" v="37" actId="1076"/>
        <pc:sldMkLst>
          <pc:docMk/>
          <pc:sldMk cId="819252870" sldId="261"/>
        </pc:sldMkLst>
        <pc:spChg chg="add del mod">
          <ac:chgData name="Zhang, Evan Hongyang" userId="72221b16-703b-4de5-9651-fa5b154a685a" providerId="ADAL" clId="{6FE7D214-4B9C-45DA-87CD-8CDD850797FB}" dt="2026-02-10T04:33:15.824" v="29"/>
          <ac:spMkLst>
            <pc:docMk/>
            <pc:sldMk cId="819252870" sldId="261"/>
            <ac:spMk id="3" creationId="{B3A80083-24C5-1CC7-4564-12B5867C6A1E}"/>
          </ac:spMkLst>
        </pc:spChg>
        <pc:picChg chg="del">
          <ac:chgData name="Zhang, Evan Hongyang" userId="72221b16-703b-4de5-9651-fa5b154a685a" providerId="ADAL" clId="{6FE7D214-4B9C-45DA-87CD-8CDD850797FB}" dt="2026-02-10T04:10:42.397" v="4" actId="478"/>
          <ac:picMkLst>
            <pc:docMk/>
            <pc:sldMk cId="819252870" sldId="261"/>
            <ac:picMk id="5" creationId="{C6C05BB1-D4AD-8C4F-7417-437E2907200B}"/>
          </ac:picMkLst>
        </pc:picChg>
        <pc:picChg chg="add mod ord">
          <ac:chgData name="Zhang, Evan Hongyang" userId="72221b16-703b-4de5-9651-fa5b154a685a" providerId="ADAL" clId="{6FE7D214-4B9C-45DA-87CD-8CDD850797FB}" dt="2026-02-10T04:33:40.450" v="37" actId="1076"/>
          <ac:picMkLst>
            <pc:docMk/>
            <pc:sldMk cId="819252870" sldId="261"/>
            <ac:picMk id="6" creationId="{BB46DFBA-A918-6A4F-D078-C6C692D8EEA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6A4D5-36F3-0B02-F0DD-BA1FBFBD88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FD1735-6713-B836-A64E-259929E4A6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FCE2D-31ED-76A2-8EBD-28EF1E70ED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E5B46-D49E-4B1E-86B1-6BA5380D829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1D184-FEDF-3211-8EB8-56C0D0C99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4CB6B-3A56-EDA7-0764-E06170AD3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735EB-4579-4A76-931F-E2DB68B10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701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16BB6-65EB-F8E7-54AC-DECD56904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E5386-9463-E185-C29E-2EC8618AB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4903F-9132-4A17-69B8-A07BCE0BA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E5B46-D49E-4B1E-86B1-6BA5380D829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99850A-5137-3A8E-359C-86FE03647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79BBB-D708-92DA-7AE4-EEDA77C96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735EB-4579-4A76-931F-E2DB68B10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600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2EFC0-A4E6-55EC-85AD-CF0128D80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8324BB-FE88-41E4-C3A6-BDBADD527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49E44-9195-A29E-F16F-C1A6CAFC0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E5B46-D49E-4B1E-86B1-6BA5380D829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B3AD4-B30A-D787-34EF-438866763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4D395-1087-3F85-12F4-F3F84AEF1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735EB-4579-4A76-931F-E2DB68B10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546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F9F4E-D447-05D3-4893-D9E5DA9DB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EF5DB-1F78-6BCD-D75D-16002BA2E8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4BFA9F-9FB5-7D7E-4DC8-3D5D589CA9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EE674-A55A-A1CD-D29B-527CD78D9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E5B46-D49E-4B1E-86B1-6BA5380D829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FDBB8A-1F9E-A0D3-3248-E1B0FEE91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EC4023-E18E-3D09-B54F-C966AC5E8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735EB-4579-4A76-931F-E2DB68B10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753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FFFE4-43E1-31B6-9284-F12FA421C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BC1ADB-74D1-996E-0D3B-D36DC6277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DEBDA-A487-2B51-4DA6-01028A83D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D91999-4D6B-311C-FD43-26FD04F9E0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CC8368-25DA-3EB3-7F2F-E7999D172E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D50BD0-2FAF-E06A-9318-FAEF4F898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E5B46-D49E-4B1E-86B1-6BA5380D829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FD44B3-4D44-4CEE-7518-392E5C15C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7B39A5-3E35-3533-C3F9-487D09138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735EB-4579-4A76-931F-E2DB68B10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475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3D6FA-33E1-50ED-4633-F090E6DF1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92B5D2-1839-F347-AF55-A441985AC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E5B46-D49E-4B1E-86B1-6BA5380D829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76791-2A22-43AF-E485-6230A605E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8C93A0-6ADA-B792-6618-B66B04E9D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735EB-4579-4A76-931F-E2DB68B10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34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6AD1F5-B686-B097-5182-F31054608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E5B46-D49E-4B1E-86B1-6BA5380D829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3F77D7-02CF-F7F7-9EA5-F33460D52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D6131-8D06-0158-636B-01B52CBAE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735EB-4579-4A76-931F-E2DB68B10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775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C6391-ED27-CE1B-D87E-04019F2DE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6A615-66DA-9843-5C53-73A6ADD6B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9602A0-3C52-169F-B61F-DC1CD8DD21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EFAA9E-086D-43F6-2E2C-13D3550BA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E5B46-D49E-4B1E-86B1-6BA5380D829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8ECC00-2564-495E-B927-949E8F87C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B8425C-EA77-2440-6723-1B01FCF8F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735EB-4579-4A76-931F-E2DB68B10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626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9E64A-0F6A-7828-B122-023F02D1A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33E191-B5E2-AA76-2D22-E59A570151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5F465D-BFCA-F210-9AFF-F7D0C8153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9027C-B0FF-E312-357E-1629BA12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E5B46-D49E-4B1E-86B1-6BA5380D829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385826-C57F-413B-C3C5-1C3523B17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92A48D-2432-9CFD-170A-134FE7AA6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735EB-4579-4A76-931F-E2DB68B10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487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15900-3721-4B64-621C-5A6D23C15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579269-E5CD-FF35-841C-CD06E821C8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EF38F-17ED-725C-7970-2C7D99263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E5B46-D49E-4B1E-86B1-6BA5380D829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C392BD-0BAE-F7E1-2614-2754B2EA9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6ED07-8977-CD9C-1A6C-81B1C7B4B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735EB-4579-4A76-931F-E2DB68B10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308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D361D0-8922-6B73-40F2-EA575F6A6B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80FFB1-E30F-CDD7-0B5C-62DE3011DB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A0EE9-18F7-070E-C1B7-68ACB9FDD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E5B46-D49E-4B1E-86B1-6BA5380D829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DACB1-43ED-CCB7-13B6-23FDE2D5E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A8BDE-3655-FD33-F21F-530E832B4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735EB-4579-4A76-931F-E2DB68B10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490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A76881-9F9E-8B1F-F951-9D92BEF88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9E515D-9E86-268C-5B53-928751E1F0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EF80D-64AD-1D6D-71F3-D262D105C4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7E5B46-D49E-4B1E-86B1-6BA5380D829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624F8-6088-F568-7B38-A3BC628A4C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16FC5-5888-2F34-E7E0-8C2FE41C97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2735EB-4579-4A76-931F-E2DB68B10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739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2F01EAB-842D-2C66-4E73-C4681FAFC8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761" y="0"/>
            <a:ext cx="54877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633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3F8A90B-D60E-8DA9-362A-F8F6388506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57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023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DA6853D-FDF2-8140-CCCB-CAADF66CB4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681" y="-10979"/>
            <a:ext cx="9158637" cy="686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366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62F4D95-99E3-08F6-DD1C-36E4FB5358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"/>
            <a:ext cx="121896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5347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B46DFBA-A918-6A4F-D078-C6C692D8EE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43000"/>
            <a:ext cx="12192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252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Zhang, Evan Hongyang</dc:creator>
  <cp:keywords>eight</cp:keywords>
  <cp:lastModifiedBy>Zhang, Evan Hongyang</cp:lastModifiedBy>
  <cp:revision>1</cp:revision>
  <dcterms:created xsi:type="dcterms:W3CDTF">2026-02-10T03:53:58Z</dcterms:created>
  <dcterms:modified xsi:type="dcterms:W3CDTF">2026-02-10T04:33:43Z</dcterms:modified>
</cp:coreProperties>
</file>